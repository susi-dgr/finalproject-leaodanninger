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1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117EDA-6157-3ADF-B97B-829974FF9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0EB187-D32B-F729-2D93-F3D587BD3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09E3DE-D834-191D-62F5-1CE736F0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FE049C-267F-780E-E2B4-5DCDAD9FA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4884CA-091C-527B-F68A-218C339E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918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D614A0-866B-C214-2A09-B3D12DB6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BCBB9D-6F24-26B0-B351-9578F3D3C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E459E6-EB75-0D24-E33D-DBF3DB19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3343D5-911A-7BE4-6362-AB0D640E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5660E0-387A-F5B6-872B-C4A3C773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7520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D5054-43F3-0108-B4E2-EDBE3088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051DAD-412A-78A0-DA62-1AD0A8D31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1EABA6-F41C-ED3C-24F8-3C3B6D55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71BB9C-B934-25F8-F565-73DD5F8B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ABA2B3-BDD1-BA0A-C2B1-488FE2BF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938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EE528-1C5A-F231-320B-49283AC0D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59D890-5FD9-4EFC-D8C9-407E03EF1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534FBB-59B5-D62F-C208-9485A9A08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92E350-85DA-F83E-EA02-E7C8E04F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A4E18F-0A78-2989-4CCF-1EA0DE37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ADC76F-2EA7-A754-6832-9225CBD4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0676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F5FCB0-72D6-53FE-E6C8-9B7DF077F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A71B41-CAB8-C056-3C61-26137B16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C436FF-BE15-9C9B-3849-1AC9F8590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2AF611-C9E5-F605-D7A5-70DEA5640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84B6B3-DAA1-3CAA-D850-B3BF3D867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C8692FF-3494-9D22-D69B-7D458A8C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39F0C7-D85B-36E3-40DD-B155D52D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2E100CD-A3C6-775D-FA48-7DD76752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5755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7B26A-C67C-975F-AF0E-91C10464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8AA086-42D8-BB75-03F0-4BE3D5E8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9E7FC6-E281-9173-06C2-C57D0822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3204E2-CDA7-352A-2988-DC7FEE5A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8623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7C9F73-E0D5-CEA0-4D37-AD8A66BB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502352-E98E-15B8-5FF2-51608080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5DF4CC-27DF-7760-EC01-B47404FD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895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E5EBA-66E7-4B41-DB53-602821A3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0442E8-C2A8-9555-7C70-B5706EA93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E51757-537D-A30A-546D-E469FBAB2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0A5498-3B30-A595-780B-2BB723BD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183EF7-D6B8-1243-ABBE-17DCE6974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64A538-B0FA-C666-F39C-F29185E23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021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40723-30FC-6E15-45A4-D1237EACE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2D8360-E808-A7AB-5AE0-73C463965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43CC2C-6183-D0D3-2D53-884144DF8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217C5-AF1A-5EE2-9F57-A0523753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20D0C7-2FCC-681B-F74F-FD66134F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512FDE-EE7B-DF65-916B-7FA5984C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11498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B93C66-3C22-03DD-D00E-A466F106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8FE616-1328-30B3-94D7-C611E9BD8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2D5734-E85A-074D-4BAC-5BBEFCAC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42B751-7CDC-AC37-6BC7-4BE97C86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4D1BEA-EC33-A785-92A1-05CD6EAB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0591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91B1963-ABF0-8E48-0661-A66908281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A8832D-A501-12C1-3AC9-3336BCFE1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CB5820-BFD5-B403-0F49-FB850010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92305E-C1A0-822C-9CBD-2590387C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943FCE-A06E-B4C8-7F56-E2484933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6322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BFBBBED-990A-D3CE-7CE2-72E3C5A1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43FAF9-8E42-0D19-C1C2-A560AB110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5D3288-9453-435D-93AE-D972F863F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7CB5C-87E6-4673-8D67-F8589C580FF3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B996E3-65A0-E28D-9DF4-966EC4EF6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EE49C9-25C0-2670-1DB9-910713F15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FC88A-E452-492B-A9A9-FE800A0399C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6717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AAE216-FB38-54B2-6B4E-397FD9082A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Infrastructure </a:t>
            </a:r>
            <a:r>
              <a:rPr lang="de-AT" dirty="0" err="1"/>
              <a:t>for</a:t>
            </a:r>
            <a:r>
              <a:rPr lang="de-AT" dirty="0"/>
              <a:t> Order Processing System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3C786E-551E-519F-487C-D0539E9D6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Luiz Leão Junior and Susanne Danninger</a:t>
            </a:r>
          </a:p>
        </p:txBody>
      </p:sp>
    </p:spTree>
    <p:extLst>
      <p:ext uri="{BB962C8B-B14F-4D97-AF65-F5344CB8AC3E}">
        <p14:creationId xmlns:p14="http://schemas.microsoft.com/office/powerpoint/2010/main" val="207450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nhaltsplatzhalter 4" descr="Ein Bild, das Screenshot, Diagramm, Text, Design enthält.&#10;&#10;KI-generierte Inhalte können fehlerhaft sein.">
            <a:extLst>
              <a:ext uri="{FF2B5EF4-FFF2-40B4-BE49-F238E27FC236}">
                <a16:creationId xmlns:a16="http://schemas.microsoft.com/office/drawing/2014/main" id="{733EE54B-8BD4-FF85-716A-82CBCDA76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" b="-2245"/>
          <a:stretch>
            <a:fillRect/>
          </a:stretch>
        </p:blipFill>
        <p:spPr>
          <a:xfrm>
            <a:off x="1268259" y="157007"/>
            <a:ext cx="9655482" cy="661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89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0A6BE-9541-A905-920B-8995B69F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Project Components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D40D5-F759-FB34-6324-AF77B385A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b="1" dirty="0"/>
              <a:t>Docker</a:t>
            </a:r>
            <a:r>
              <a:rPr lang="de-AT" dirty="0"/>
              <a:t>: On-</a:t>
            </a:r>
            <a:r>
              <a:rPr lang="de-AT" dirty="0" err="1"/>
              <a:t>premise</a:t>
            </a:r>
            <a:r>
              <a:rPr lang="de-AT" dirty="0"/>
              <a:t> </a:t>
            </a:r>
            <a:r>
              <a:rPr lang="de-AT" dirty="0" err="1"/>
              <a:t>stetup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done</a:t>
            </a:r>
            <a:r>
              <a:rPr lang="de-AT" dirty="0"/>
              <a:t> </a:t>
            </a:r>
            <a:r>
              <a:rPr lang="de-AT" dirty="0" err="1"/>
              <a:t>using</a:t>
            </a:r>
            <a:r>
              <a:rPr lang="de-AT" dirty="0"/>
              <a:t> Docker </a:t>
            </a:r>
            <a:r>
              <a:rPr lang="de-AT" dirty="0" err="1"/>
              <a:t>Compose</a:t>
            </a:r>
            <a:endParaRPr lang="de-AT" dirty="0"/>
          </a:p>
          <a:p>
            <a:r>
              <a:rPr lang="de-AT" b="1" dirty="0" err="1"/>
              <a:t>Traefik</a:t>
            </a:r>
            <a:r>
              <a:rPr lang="de-AT" dirty="0"/>
              <a:t>: Reverse Proxy &amp; Load Balancer</a:t>
            </a:r>
          </a:p>
          <a:p>
            <a:r>
              <a:rPr lang="de-AT" b="1" dirty="0" err="1"/>
              <a:t>Ngnix</a:t>
            </a:r>
            <a:r>
              <a:rPr lang="de-AT" dirty="0"/>
              <a:t>: Web Server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can</a:t>
            </a:r>
            <a:r>
              <a:rPr lang="de-AT" dirty="0"/>
              <a:t> </a:t>
            </a:r>
            <a:r>
              <a:rPr lang="de-AT" dirty="0" err="1"/>
              <a:t>be</a:t>
            </a:r>
            <a:r>
              <a:rPr lang="de-AT" dirty="0"/>
              <a:t> </a:t>
            </a:r>
            <a:r>
              <a:rPr lang="de-AT" dirty="0" err="1"/>
              <a:t>scaled</a:t>
            </a:r>
            <a:r>
              <a:rPr lang="de-AT" dirty="0"/>
              <a:t> </a:t>
            </a:r>
            <a:r>
              <a:rPr lang="de-AT" dirty="0" err="1"/>
              <a:t>horizontally</a:t>
            </a:r>
            <a:endParaRPr lang="de-AT" dirty="0"/>
          </a:p>
          <a:p>
            <a:r>
              <a:rPr lang="de-AT" b="1" dirty="0"/>
              <a:t>Azure Event Hub</a:t>
            </a:r>
            <a:r>
              <a:rPr lang="de-AT" dirty="0"/>
              <a:t>: Cloud-</a:t>
            </a:r>
            <a:r>
              <a:rPr lang="de-AT" dirty="0" err="1"/>
              <a:t>based</a:t>
            </a:r>
            <a:r>
              <a:rPr lang="de-AT" dirty="0"/>
              <a:t> </a:t>
            </a:r>
            <a:r>
              <a:rPr lang="de-AT" dirty="0" err="1"/>
              <a:t>event</a:t>
            </a:r>
            <a:r>
              <a:rPr lang="de-AT" dirty="0"/>
              <a:t> </a:t>
            </a:r>
            <a:r>
              <a:rPr lang="de-AT" dirty="0" err="1"/>
              <a:t>streaming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order</a:t>
            </a:r>
            <a:r>
              <a:rPr lang="de-AT" dirty="0"/>
              <a:t> </a:t>
            </a:r>
            <a:r>
              <a:rPr lang="de-AT" dirty="0" err="1"/>
              <a:t>events</a:t>
            </a:r>
            <a:endParaRPr lang="de-AT" dirty="0"/>
          </a:p>
          <a:p>
            <a:r>
              <a:rPr lang="de-AT" b="1" dirty="0"/>
              <a:t>Azure Storage Container</a:t>
            </a:r>
            <a:r>
              <a:rPr lang="de-AT" dirty="0"/>
              <a:t>: Long-term </a:t>
            </a:r>
            <a:r>
              <a:rPr lang="de-AT" dirty="0" err="1"/>
              <a:t>archive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order</a:t>
            </a:r>
            <a:r>
              <a:rPr lang="de-AT" dirty="0"/>
              <a:t> </a:t>
            </a:r>
            <a:r>
              <a:rPr lang="de-AT" dirty="0" err="1"/>
              <a:t>events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758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331A02-310F-A86E-7E9E-0F119A5A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Project Components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9F7955-47AA-6C71-746B-66BF952B6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b="1" dirty="0"/>
              <a:t>Order </a:t>
            </a:r>
            <a:r>
              <a:rPr lang="de-AT" b="1" dirty="0" err="1"/>
              <a:t>Processor</a:t>
            </a:r>
            <a:r>
              <a:rPr lang="de-AT" dirty="0"/>
              <a:t>: Service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consumes</a:t>
            </a:r>
            <a:r>
              <a:rPr lang="de-AT" dirty="0"/>
              <a:t> </a:t>
            </a:r>
            <a:r>
              <a:rPr lang="de-AT" dirty="0" err="1"/>
              <a:t>events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Event Hub &amp; </a:t>
            </a:r>
            <a:r>
              <a:rPr lang="de-AT" dirty="0" err="1"/>
              <a:t>processes</a:t>
            </a:r>
            <a:r>
              <a:rPr lang="de-AT" dirty="0"/>
              <a:t> </a:t>
            </a:r>
            <a:r>
              <a:rPr lang="de-AT" dirty="0" err="1"/>
              <a:t>them</a:t>
            </a:r>
            <a:r>
              <a:rPr lang="de-AT" dirty="0"/>
              <a:t> </a:t>
            </a:r>
            <a:r>
              <a:rPr lang="de-AT" dirty="0" err="1"/>
              <a:t>into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MySQL </a:t>
            </a:r>
            <a:r>
              <a:rPr lang="de-AT" dirty="0" err="1"/>
              <a:t>database</a:t>
            </a:r>
            <a:endParaRPr lang="de-AT" dirty="0"/>
          </a:p>
          <a:p>
            <a:r>
              <a:rPr lang="de-AT" b="1" dirty="0"/>
              <a:t>MySQL Database</a:t>
            </a:r>
            <a:r>
              <a:rPr lang="de-AT" dirty="0"/>
              <a:t>: Operational </a:t>
            </a:r>
            <a:r>
              <a:rPr lang="de-AT" dirty="0" err="1"/>
              <a:t>database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storing</a:t>
            </a:r>
            <a:r>
              <a:rPr lang="de-AT" dirty="0"/>
              <a:t> </a:t>
            </a:r>
            <a:r>
              <a:rPr lang="de-AT" dirty="0" err="1"/>
              <a:t>orders</a:t>
            </a:r>
            <a:endParaRPr lang="de-AT" dirty="0"/>
          </a:p>
          <a:p>
            <a:r>
              <a:rPr lang="de-AT" b="1" dirty="0" err="1"/>
              <a:t>Ansible</a:t>
            </a:r>
            <a:r>
              <a:rPr lang="de-AT" dirty="0"/>
              <a:t>: Automation </a:t>
            </a:r>
            <a:r>
              <a:rPr lang="de-AT" dirty="0" err="1"/>
              <a:t>of</a:t>
            </a:r>
            <a:r>
              <a:rPr lang="de-AT" dirty="0"/>
              <a:t> on-</a:t>
            </a:r>
            <a:r>
              <a:rPr lang="de-AT" dirty="0" err="1"/>
              <a:t>premise</a:t>
            </a:r>
            <a:r>
              <a:rPr lang="de-AT" dirty="0"/>
              <a:t> </a:t>
            </a:r>
            <a:r>
              <a:rPr lang="de-AT" dirty="0" err="1"/>
              <a:t>setup</a:t>
            </a:r>
            <a:r>
              <a:rPr lang="de-AT" dirty="0"/>
              <a:t> &amp; </a:t>
            </a:r>
            <a:r>
              <a:rPr lang="de-AT" dirty="0" err="1"/>
              <a:t>modification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index.html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nginx</a:t>
            </a:r>
            <a:r>
              <a:rPr lang="de-AT" dirty="0"/>
              <a:t> </a:t>
            </a:r>
            <a:r>
              <a:rPr lang="de-AT" dirty="0" err="1"/>
              <a:t>container</a:t>
            </a:r>
            <a:endParaRPr lang="de-AT" dirty="0"/>
          </a:p>
          <a:p>
            <a:r>
              <a:rPr lang="de-AT" b="1" dirty="0"/>
              <a:t>Terraform</a:t>
            </a:r>
            <a:r>
              <a:rPr lang="de-AT" dirty="0"/>
              <a:t>: Provision </a:t>
            </a:r>
            <a:r>
              <a:rPr lang="de-AT" dirty="0" err="1"/>
              <a:t>of</a:t>
            </a:r>
            <a:r>
              <a:rPr lang="de-AT" dirty="0"/>
              <a:t> Azure Event Hub &amp; Storage</a:t>
            </a:r>
          </a:p>
          <a:p>
            <a:r>
              <a:rPr lang="de-AT" b="1" dirty="0"/>
              <a:t>AI Agent </a:t>
            </a:r>
            <a:r>
              <a:rPr lang="de-AT" b="1" dirty="0" err="1"/>
              <a:t>with</a:t>
            </a:r>
            <a:r>
              <a:rPr lang="de-AT" b="1" dirty="0"/>
              <a:t> </a:t>
            </a:r>
            <a:r>
              <a:rPr lang="de-AT" b="1" dirty="0" err="1"/>
              <a:t>Langflow</a:t>
            </a:r>
            <a:r>
              <a:rPr lang="de-AT" dirty="0"/>
              <a:t>: AI-</a:t>
            </a:r>
            <a:r>
              <a:rPr lang="de-AT" dirty="0" err="1"/>
              <a:t>powered</a:t>
            </a:r>
            <a:r>
              <a:rPr lang="de-AT" dirty="0"/>
              <a:t> </a:t>
            </a:r>
            <a:r>
              <a:rPr lang="de-AT" dirty="0" err="1"/>
              <a:t>agent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database</a:t>
            </a:r>
            <a:r>
              <a:rPr lang="de-AT" dirty="0"/>
              <a:t> </a:t>
            </a:r>
            <a:r>
              <a:rPr lang="de-AT" dirty="0" err="1"/>
              <a:t>can</a:t>
            </a:r>
            <a:r>
              <a:rPr lang="de-AT" dirty="0"/>
              <a:t> </a:t>
            </a:r>
            <a:r>
              <a:rPr lang="de-AT" dirty="0" err="1"/>
              <a:t>be</a:t>
            </a:r>
            <a:r>
              <a:rPr lang="de-AT" dirty="0"/>
              <a:t> </a:t>
            </a:r>
            <a:r>
              <a:rPr lang="de-AT" dirty="0" err="1"/>
              <a:t>queried</a:t>
            </a:r>
            <a:r>
              <a:rPr lang="de-AT" dirty="0"/>
              <a:t> in </a:t>
            </a:r>
            <a:r>
              <a:rPr lang="de-AT" dirty="0" err="1"/>
              <a:t>natural</a:t>
            </a:r>
            <a:r>
              <a:rPr lang="de-AT" dirty="0"/>
              <a:t> </a:t>
            </a:r>
            <a:r>
              <a:rPr lang="de-AT" dirty="0" err="1"/>
              <a:t>language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2663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E5FD9-CA01-E851-0C75-A94F045E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D278D-99D4-4133-E01B-288CD2BB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339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70073-CC5B-E13D-3573-912A470A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AI Agent Setup</a:t>
            </a:r>
          </a:p>
        </p:txBody>
      </p:sp>
      <p:pic>
        <p:nvPicPr>
          <p:cNvPr id="5" name="Inhaltsplatzhalter 4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87F93BFC-6565-007C-1005-19EB41CB2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598" b="5355"/>
          <a:stretch>
            <a:fillRect/>
          </a:stretch>
        </p:blipFill>
        <p:spPr>
          <a:xfrm>
            <a:off x="1999902" y="1404753"/>
            <a:ext cx="8070221" cy="497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0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FE3AF-20E3-A4EA-FC14-9E96691D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AI Agent </a:t>
            </a:r>
            <a:r>
              <a:rPr lang="de-AT" dirty="0" err="1"/>
              <a:t>Example</a:t>
            </a:r>
            <a:endParaRPr lang="de-AT" dirty="0"/>
          </a:p>
        </p:txBody>
      </p:sp>
      <p:pic>
        <p:nvPicPr>
          <p:cNvPr id="5" name="Inhaltsplatzhalter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04B68C99-AC44-3D40-902B-4EDF16D83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503" y="1415317"/>
            <a:ext cx="8500993" cy="490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98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Breitbild</PresentationFormat>
  <Paragraphs>16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Infrastructure for Order Processing System</vt:lpstr>
      <vt:lpstr>PowerPoint-Präsentation</vt:lpstr>
      <vt:lpstr>Project Components</vt:lpstr>
      <vt:lpstr>Project Components</vt:lpstr>
      <vt:lpstr>PowerPoint-Präsentation</vt:lpstr>
      <vt:lpstr>AI Agent Setup</vt:lpstr>
      <vt:lpstr>AI Agent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Susanne Danninger</dc:creator>
  <cp:lastModifiedBy>Susanne Danninger</cp:lastModifiedBy>
  <cp:revision>1</cp:revision>
  <dcterms:created xsi:type="dcterms:W3CDTF">2026-01-15T00:09:52Z</dcterms:created>
  <dcterms:modified xsi:type="dcterms:W3CDTF">2026-01-15T02:12:28Z</dcterms:modified>
</cp:coreProperties>
</file>